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0B1220">
              <a:alpha val="92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9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852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43891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 Skill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工作原理说明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2487168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这不是一个单纯的“做 PPT”提示词，而是一套围绕 PPTX 文件处理的决策框架：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先判断任务类型，再选择“从零生成”或“模板编辑”，最后进入强制 QA 闭环。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" y="385876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390448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63624" y="3858768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3624" y="390448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3858768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390448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可验证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749808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132033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9418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0448" y="1170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用户提到 slides / presentation / .pptx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2011680"/>
            <a:ext cx="2880360" cy="1115568"/>
          </a:xfrm>
          <a:prstGeom prst="roundRect">
            <a:avLst>
              <a:gd name="adj" fmla="val 6557"/>
            </a:avLst>
          </a:prstGeom>
          <a:solidFill>
            <a:srgbClr val="132033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22128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0448" y="2450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/ 修改 / 合并 / 新建 / QA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70448" y="2724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本质上是“选择正确工作流”的分发器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3401568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36210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0448" y="38404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一个可靠、可检查、可继续编辑的 PPTX 文件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59168" y="1755648"/>
            <a:ext cx="0" cy="246888"/>
          </a:xfrm>
          <a:prstGeom prst="line">
            <a:avLst/>
          </a:prstGeom>
          <a:noFill/>
          <a:ln w="20320">
            <a:solidFill>
              <a:srgbClr val="4FD1C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59168" y="3127248"/>
            <a:ext cx="0" cy="265176"/>
          </a:xfrm>
          <a:prstGeom prst="line">
            <a:avLst/>
          </a:prstGeom>
          <a:noFill/>
          <a:ln w="20320">
            <a:solidFill>
              <a:srgbClr val="4FD1C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1 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触发机制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什么时候一定要调用这个 skill？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它的核心不是内容主题，而是“是否涉及 .pptx 文件或演示文稿操作”。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5420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强触发词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56816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只要用户说 deck、slides、presentation，或直接提到 .pptx 文件名，就应该切换到 pptx skill。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481328"/>
            <a:ext cx="25420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481328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276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覆盖任务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956816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读取、提取文本、更新旧稿、改模板、拼接拆分、添加 speaker notes，甚至只是“看看 PPT 内容”也算。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1481328"/>
            <a:ext cx="259689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1481328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6276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关键判断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3056" y="1956816"/>
            <a:ext cx="2304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不是问“用户想讲什么”，而是问“这个需求是否会触碰 PPTX 文件”。只要触碰，就要启用专门流程。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" y="3127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可以把它理解为一个文件类型路由器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" y="3547872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6118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9576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识别输入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9576" y="37490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 slides / deck / .pptx / presentation 等信号。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99232" y="354787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6118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2152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进入技能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02152" y="37490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优先读取 skill 说明，而不是直接凭经验生成文件。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9240" y="35478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6118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选工作流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37490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根据任务属于读取、模板编辑还是从零创建，切到对应指南。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23744" y="3730752"/>
            <a:ext cx="384048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82896" y="3730752"/>
            <a:ext cx="384048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2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总体架构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 skill 的核心工作原理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它将 PPT 相关需求分成三类入口，再通过工具链把结果收束到 QA。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17520" y="1389888"/>
            <a:ext cx="3090672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62763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用户需求: “我要读取 / 修改 / 生成 PPTX”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" y="2505456"/>
            <a:ext cx="24505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" y="2505456"/>
            <a:ext cx="73152" cy="14813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6517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入口 A: 读取与分析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980944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`markitdown` 提取文本，用 `thumbnail.py` 看布局，用 `unpack.py` 看底层 XML 结构。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2505456"/>
            <a:ext cx="24505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2505456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6517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入口 B: 模板编辑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9584" y="2980944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先分析模板，再解包、增删改 slide XML、清理孤儿资源，最后 pack 回新的 PPTX。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08192" y="2505456"/>
            <a:ext cx="24505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2505456"/>
            <a:ext cx="7315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6517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入口 C: 从零创建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1072" y="2980944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`PptxGenJS` 工作流，以脚本方式构建版式、文本、形状、图表与输出文件。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62856" y="2139696"/>
            <a:ext cx="-2752344" cy="35661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62856" y="2139696"/>
            <a:ext cx="9144" cy="35661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62856" y="2139696"/>
            <a:ext cx="2770632" cy="35661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20240" y="4187952"/>
            <a:ext cx="5303520" cy="512064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436168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三条路径最终都会回到同一个原则: 内容正确 + 文件可打开 + 视觉可检查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3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从零生成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当没有现成模板时，skill 会走 PptxGenJS 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重点不是“手工做幻灯片”，而是“用代码定义版式和输出文件”。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90779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81328"/>
            <a:ext cx="73152" cy="2578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执行逻辑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56816"/>
            <a:ext cx="26151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`require("pptxgenjs")`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新建 presentation 实例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逐页 addSlide()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用 addText / addShape / addImage / addChart 组织内容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`writeFile()` 产出最终 `.pptx`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49040" y="1536192"/>
            <a:ext cx="4809744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16642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最小可运行骨架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13632" y="1883664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PptxGenJS = require("pptxgenjs");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pptx = new PptxGenJS();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pptx.layout = "LAYOUT_16x9";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slide = pptx.addSlide();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slide.addText("Hello", { x: 0.6, y: 0.6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pptx.writeFile({ fileName: "demo.pptx" });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49040" y="3346704"/>
            <a:ext cx="2267712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3346704"/>
            <a:ext cx="73152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49300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版式本质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382219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坐标单位是英寸，所有对象都是“显式摆放”。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3346704"/>
            <a:ext cx="2267712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3346704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49300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设计守则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382219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避免纯白+项目符号；每页都要有视觉元素和层次变化。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5216" y="437083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为什么这种方式适合 skill？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" y="459028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因为它可编排、可复现、可批量生成，适合代理稳定地生成交付件。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4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模板编辑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已有参考稿时，skill 走“解包 XML -&gt; 编辑 -&gt; 回打包”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这条路径的重点是保留模板设计，只替换结构和内容。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66420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9576" y="1645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9576" y="18653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先用缩略图和文本提取理解模板布局与占位内容。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24688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532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9576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9576" y="26700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`.pptx` 解包成 XML 和资源文件，便于精细修改。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" y="3273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337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9576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Manipulate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9576" y="3474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删页、复制页、调整顺序，先做结构变化。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664208"/>
            <a:ext cx="384048" cy="38404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XML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18653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逐个 slide XML 替换文本、图表、图片和占位元素。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384048" cy="38404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32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6700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移除孤儿关系、无用媒体和失效引用，保持包结构干净。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7355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337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474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重新打包并校验，导出新的演示文稿文件。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16352" y="1856232"/>
            <a:ext cx="170078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6352" y="2660904"/>
            <a:ext cx="170078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816352" y="3465576"/>
            <a:ext cx="170078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280160" y="4224528"/>
            <a:ext cx="6583680" cy="402336"/>
          </a:xfrm>
          <a:prstGeom prst="roundRect">
            <a:avLst>
              <a:gd name="adj" fmla="val 13636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361688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关键思想: 不直接“手抄一个新 PPT”，而是在原模板结构上做外科手术式修改。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QA 与依赖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为什么强调检查，而不是只看生成是否成功？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 PPTX 很容易出现“文件能打开，但内容错位、残留占位符、结构已损坏”的隐性问题。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6151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17904"/>
            <a:ext cx="73152" cy="15727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642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 QA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2322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`python -m markitdown output.pptx` 回读文本，确认页序、标题、占位符和内容都正确。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517904"/>
            <a:ext cx="26151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517904"/>
            <a:ext cx="73152" cy="15727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642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视觉 QA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993392"/>
            <a:ext cx="2322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推荐把 PPT 转成 PDF / 图片后逐页检查：看是否溢出、遮挡、低对比、错位和不均匀间距。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1517904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1517904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6642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依赖工具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3056" y="1993392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`PptxGenJS` 负责创建，`markitdown` 负责读取，`soffice` + `pdftoppm` 负责视觉导出。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3822192" cy="9509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383280"/>
            <a:ext cx="73152" cy="95097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52958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常见坑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385876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颜色不要写成 `#FF0000`；不要用 unicode 子弹符号；不要复用会被库内部修改的配置对象。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08576" y="3383280"/>
            <a:ext cx="3968496" cy="950976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3383280"/>
            <a:ext cx="73152" cy="95097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5295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真正的完成标准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91456" y="3858768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不是“脚本跑完了”，而是“PPT 能打开、信息正确、版式过检、没有遗留占位文本”。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6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B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一句话理解 pptx skill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它是一套围绕 PPTX 文件的专用操作系统：先识别任务，再选择工作流，最后强制验证结果。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8010144" cy="1901952"/>
          </a:xfrm>
          <a:prstGeom prst="roundRect">
            <a:avLst>
              <a:gd name="adj" fmla="val 3846"/>
            </a:avLst>
          </a:prstGeom>
          <a:solidFill>
            <a:srgbClr val="132033"/>
          </a:solidFill>
          <a:ln w="12700">
            <a:solidFill>
              <a:srgbClr val="21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识别触发词  -&gt;  进入 skill 说明  -&gt;  选择读取 / 模板编辑 / 从零生成  -&gt;  QA 闭环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4505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对外看，它像一个做 PPT 的技能；对内看，它更像一个 PPTX 任务编排器。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44752" y="385876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39044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路由正确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9504" y="3858768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390448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工作流正确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17136" y="3858768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390448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结果可验证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4768" y="3858768"/>
            <a:ext cx="13167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390448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输出可交付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7365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skill explainers  |  第 7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Trae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Skill 工作原理</dc:title>
  <dc:subject>pptx skill working principle</dc:subject>
  <dc:creator>GPT-5.4</dc:creator>
  <cp:lastModifiedBy>GPT-5.4</cp:lastModifiedBy>
  <cp:revision>1</cp:revision>
  <dcterms:created xsi:type="dcterms:W3CDTF">2026-05-15T14:41:47Z</dcterms:created>
  <dcterms:modified xsi:type="dcterms:W3CDTF">2026-05-15T14:41:47Z</dcterms:modified>
</cp:coreProperties>
</file>